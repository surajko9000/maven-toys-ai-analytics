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FBD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79" y="1371600"/>
            <a:ext cx="3566160" cy="3855018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