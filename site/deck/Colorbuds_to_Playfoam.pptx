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Each store sells about 57 Playfoam units a month at $7 profit, so 13 stores is about $5K a month.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500" b="1">
                <a:solidFill>
                  <a:srgbClr val="1B2733"/>
                </a:solidFill>
                <a:latin typeface="Calibri"/>
              </a:rPr>
              <a:t>13 stores</a:t>
            </a:r>
            <a:r>
              <a:rPr sz="1500" b="0">
                <a:solidFill>
                  <a:srgbClr val="1B2733"/>
                </a:solidFill>
                <a:latin typeface="Calibri"/>
              </a:rPr>
              <a:t>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Gain: about </a:t>
            </a:r>
            <a:r>
              <a:rPr sz="1500" b="1">
                <a:solidFill>
                  <a:srgbClr val="1B2733"/>
                </a:solidFill>
                <a:latin typeface="Calibri"/>
              </a:rPr>
              <a:t>$5K more profit a month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</a:t>
            </a:r>
            <a:r>
              <a:rPr sz="1500" b="1">
                <a:solidFill>
                  <a:srgbClr val="1B2733"/>
                </a:solidFill>
                <a:latin typeface="Calibri"/>
              </a:rPr>
              <a:t>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</a:t>
            </a:r>
            <a:r>
              <a:rPr sz="1500" b="1">
                <a:solidFill>
                  <a:srgbClr val="1B2733"/>
                </a:solidFill>
                <a:latin typeface="Calibri"/>
              </a:rPr>
              <a:t>new colors</a:t>
            </a:r>
            <a:r>
              <a:rPr sz="1500" b="0">
                <a:solidFill>
                  <a:srgbClr val="1B2733"/>
                </a:solidFill>
                <a:latin typeface="Calibri"/>
              </a:rPr>
              <a:t>, a </a:t>
            </a:r>
            <a:r>
              <a:rPr sz="1500" b="1">
                <a:solidFill>
                  <a:srgbClr val="1B2733"/>
                </a:solidFill>
                <a:latin typeface="Calibri"/>
              </a:rPr>
              <a:t>bundle with Gamer Headphones</a:t>
            </a:r>
            <a:r>
              <a:rPr sz="1500" b="0">
                <a:solidFill>
                  <a:srgbClr val="1B2733"/>
                </a:solidFill>
                <a:latin typeface="Calibri"/>
              </a:rPr>
              <a:t>, or a </a:t>
            </a:r>
            <a:r>
              <a:rPr sz="1500" b="1">
                <a:solidFill>
                  <a:srgbClr val="1B2733"/>
                </a:solidFill>
                <a:latin typeface="Calibri"/>
              </a:rPr>
              <a:t>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Pilot in </a:t>
            </a:r>
            <a:r>
              <a:rPr sz="1500" b="1">
                <a:solidFill>
                  <a:srgbClr val="1B2733"/>
                </a:solidFill>
                <a:latin typeface="Calibri"/>
              </a:rPr>
              <a:t>10 stores</a:t>
            </a:r>
            <a:r>
              <a:rPr sz="1500" b="0">
                <a:solidFill>
                  <a:srgbClr val="1B2733"/>
                </a:solidFill>
                <a:latin typeface="Calibri"/>
              </a:rPr>
              <a:t> vs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Prize: a quarter of lost sales back is </a:t>
            </a:r>
            <a:r>
              <a:rPr sz="1500" b="1">
                <a:solidFill>
                  <a:srgbClr val="1B2733"/>
                </a:solidFill>
                <a:latin typeface="Calibri"/>
              </a:rPr>
              <a:t>$11K more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4348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840480"/>
            <a:ext cx="2783738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1">
                <a:solidFill>
                  <a:srgbClr val="1B2733"/>
                </a:solidFill>
                <a:latin typeface="Calibri"/>
              </a:rPr>
              <a:t>Scale</a:t>
            </a:r>
            <a:r>
              <a:rPr sz="1500" b="0">
                <a:solidFill>
                  <a:srgbClr val="1B2733"/>
                </a:solidFill>
                <a:latin typeface="Calibri"/>
              </a:rPr>
              <a:t> the Colorbuds fix if pilot stores sold </a:t>
            </a:r>
            <a:r>
              <a:rPr sz="1500" b="1">
                <a:solidFill>
                  <a:srgbClr val="1B2733"/>
                </a:solidFill>
                <a:latin typeface="Calibri"/>
              </a:rPr>
              <a:t>15% more</a:t>
            </a:r>
            <a:r>
              <a:rPr sz="1500" b="0">
                <a:solidFill>
                  <a:srgbClr val="1B2733"/>
                </a:solidFill>
                <a:latin typeface="Calibri"/>
              </a:rPr>
              <a:t>, otherwise stop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</a:t>
            </a:r>
            <a:r>
              <a:rPr sz="1500" b="1">
                <a:solidFill>
                  <a:srgbClr val="1B2733"/>
                </a:solidFill>
                <a:latin typeface="Calibri"/>
              </a:rPr>
              <a:t>Playfoam is holding up</a:t>
            </a:r>
            <a:r>
              <a:rPr sz="1500" b="0">
                <a:solidFill>
                  <a:srgbClr val="1B2733"/>
                </a:solidFill>
                <a:latin typeface="Calibri"/>
              </a:rPr>
              <a:t>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500" b="1">
                <a:solidFill>
                  <a:srgbClr val="1B2733"/>
                </a:solidFill>
                <a:latin typeface="Calibri"/>
              </a:rPr>
              <a:t>higher-margin toy</a:t>
            </a:r>
            <a:r>
              <a:rPr sz="1500" b="0">
                <a:solidFill>
                  <a:srgbClr val="1B2733"/>
                </a:solidFill>
                <a:latin typeface="Calibri"/>
              </a:rPr>
              <a:t>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