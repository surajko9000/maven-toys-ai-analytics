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Right 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B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lorbuds card"/>
          <p:cNvSpPr/>
          <p:nvPr/>
        </p:nvSpPr>
        <p:spPr>
          <a:xfrm>
            <a:off x="8153247" y="777240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FB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3495" y="941832"/>
            <a:ext cx="1045665" cy="1463040"/>
          </a:xfrm>
          <a:prstGeom prst="rect">
            <a:avLst/>
          </a:prstGeom>
        </p:spPr>
      </p:pic>
      <p:sp>
        <p:nvSpPr>
          <p:cNvPr id="9" name="Colorbuds card title"/>
          <p:cNvSpPr txBox="1"/>
          <p:nvPr/>
        </p:nvSpPr>
        <p:spPr>
          <a:xfrm>
            <a:off x="8427567" y="25603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Colorbuds</a:t>
            </a:r>
          </a:p>
        </p:txBody>
      </p:sp>
      <p:sp>
        <p:nvSpPr>
          <p:cNvPr id="10" name="Colorbuds card caption"/>
          <p:cNvSpPr txBox="1"/>
          <p:nvPr/>
        </p:nvSpPr>
        <p:spPr>
          <a:xfrm>
            <a:off x="8427567" y="288036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B6470"/>
                </a:solidFill>
                <a:latin typeface="Calibri"/>
              </a:rPr>
              <a:t>Our #1 profit toy, in decline</a:t>
            </a:r>
          </a:p>
        </p:txBody>
      </p:sp>
      <p:sp>
        <p:nvSpPr>
          <p:cNvPr id="11" name="Arrow from Colorbuds to Playfoam"/>
          <p:cNvSpPr/>
          <p:nvPr/>
        </p:nvSpPr>
        <p:spPr>
          <a:xfrm>
            <a:off x="9753447" y="3383280"/>
            <a:ext cx="365760" cy="365760"/>
          </a:xfrm>
          <a:prstGeom prst="downArrow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layfoam card"/>
          <p:cNvSpPr/>
          <p:nvPr/>
        </p:nvSpPr>
        <p:spPr>
          <a:xfrm>
            <a:off x="8153247" y="3977639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EA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layfoam illustration" descr="Illustration of Playfoam: a purple tub heaped with tiny colorfu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0386" y="4142231"/>
            <a:ext cx="1311882" cy="1463040"/>
          </a:xfrm>
          <a:prstGeom prst="rect">
            <a:avLst/>
          </a:prstGeom>
        </p:spPr>
      </p:pic>
      <p:sp>
        <p:nvSpPr>
          <p:cNvPr id="14" name="Playfoam card title"/>
          <p:cNvSpPr txBox="1"/>
          <p:nvPr/>
        </p:nvSpPr>
        <p:spPr>
          <a:xfrm>
            <a:off x="8427567" y="57607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Playfoam</a:t>
            </a:r>
          </a:p>
        </p:txBody>
      </p:sp>
      <p:sp>
        <p:nvSpPr>
          <p:cNvPr id="15" name="Playfoam card caption"/>
          <p:cNvSpPr txBox="1"/>
          <p:nvPr/>
        </p:nvSpPr>
        <p:spPr>
          <a:xfrm>
            <a:off x="8427567" y="608075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B6470"/>
                </a:solidFill>
                <a:latin typeface="Calibri"/>
              </a:rPr>
              <a:t>Launched Aug 2023, already our #2 profit toy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548640" y="1371600"/>
            <a:ext cx="7040880" cy="2651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3800" b="1">
                <a:solidFill>
                  <a:srgbClr val="FFFFFF"/>
                </a:solidFill>
                <a:latin typeface="Cambria"/>
              </a:rPr>
              <a:t>is in decline.</a:t>
            </a:r>
            <a:br/>
            <a:r>
              <a:rPr sz="3800" b="1">
                <a:solidFill>
                  <a:srgbClr val="8FE3C3"/>
                </a:solidFill>
                <a:latin typeface="Cambria"/>
              </a:rPr>
              <a:t>Playfoam is the next bet.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8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