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decline, and Playfoam, a new toy launched in August, is the next bet.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Where $5K comes from: the average store sold about 57 Playfoam units in September (2,847 units / 50 stores), each unit earns $7 profit, so 13 empty stores x 57 x $7 = about $5K a month, which lifts Playfoam from about $20K to about $25K a month, more than half of the $44K a month Colorbuds has lost. It is conservative: those 13 stores actually averaged about 71 units each in September before running out.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FBD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8164" y="640080"/>
            <a:ext cx="1699205" cy="2377440"/>
          </a:xfrm>
          <a:prstGeom prst="rect">
            <a:avLst/>
          </a:prstGeom>
        </p:spPr>
      </p:pic>
      <p:sp>
        <p:nvSpPr>
          <p:cNvPr id="8" name="Arrow from Colorbuds to Playfoam"/>
          <p:cNvSpPr/>
          <p:nvPr/>
        </p:nvSpPr>
        <p:spPr>
          <a:xfrm>
            <a:off x="9799167" y="3108960"/>
            <a:ext cx="457200" cy="502920"/>
          </a:xfrm>
          <a:prstGeom prst="downArrow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layfoam illustration" descr="Illustration of Playfoam: a purple tub heaped with tiny colorful bead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1365" y="3794760"/>
            <a:ext cx="2172805" cy="2423160"/>
          </a:xfrm>
          <a:prstGeom prst="rect">
            <a:avLst/>
          </a:prstGeom>
        </p:spPr>
      </p:pic>
      <p:sp>
        <p:nvSpPr>
          <p:cNvPr id="10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 is in decline.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Playfoam is the next bet.</a:t>
            </a:r>
          </a:p>
        </p:txBody>
      </p:sp>
      <p:sp>
        <p:nvSpPr>
          <p:cNvPr id="11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2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and full shelves could cover over half of Colorbuds' lost profit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13 x 57 units x $7 = +$5K a month ($20K to $25K)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Playfoam goes from $20K to about $25K profit a month, over half of what Colorbuds lost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