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decline, and Playfoam, a new toy launched in August, is the next bet.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month, which lifts Playfoam from about $20K to about $25K a month, more than half of the $44K a month Colorbuds has lost.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Right panel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755" y="731520"/>
            <a:ext cx="1503143" cy="2103120"/>
          </a:xfrm>
          <a:prstGeom prst="rect">
            <a:avLst/>
          </a:prstGeom>
        </p:spPr>
      </p:pic>
      <p:sp>
        <p:nvSpPr>
          <p:cNvPr id="8" name="Colorbuds label"/>
          <p:cNvSpPr txBox="1"/>
          <p:nvPr/>
        </p:nvSpPr>
        <p:spPr>
          <a:xfrm>
            <a:off x="8138160" y="2926079"/>
            <a:ext cx="3596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51C2C"/>
                </a:solidFill>
                <a:latin typeface="Cambria"/>
              </a:rPr>
              <a:t>Colorbuds</a:t>
            </a:r>
          </a:p>
        </p:txBody>
      </p:sp>
      <p:pic>
        <p:nvPicPr>
          <p:cNvPr id="9" name="Playfoam illustration" descr="Illustration of Playfoam: a purple tub heaped with tiny colorful bea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412" y="3703320"/>
            <a:ext cx="1885830" cy="2103120"/>
          </a:xfrm>
          <a:prstGeom prst="rect">
            <a:avLst/>
          </a:prstGeom>
        </p:spPr>
      </p:pic>
      <p:sp>
        <p:nvSpPr>
          <p:cNvPr id="10" name="Playfoam label"/>
          <p:cNvSpPr txBox="1"/>
          <p:nvPr/>
        </p:nvSpPr>
        <p:spPr>
          <a:xfrm>
            <a:off x="8138160" y="5897879"/>
            <a:ext cx="3596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51C2C"/>
                </a:solidFill>
                <a:latin typeface="Cambria"/>
              </a:rPr>
              <a:t>Playfoam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548640" y="1371600"/>
            <a:ext cx="7040880" cy="2651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3800" b="1">
                <a:solidFill>
                  <a:srgbClr val="FFFFFF"/>
                </a:solidFill>
                <a:latin typeface="Cambria"/>
              </a:rPr>
              <a:t>is in decline.</a:t>
            </a:r>
            <a:br/>
            <a:r>
              <a:rPr sz="3800" b="1">
                <a:solidFill>
                  <a:srgbClr val="8FE3C3"/>
                </a:solidFill>
                <a:latin typeface="Cambria"/>
              </a:rPr>
              <a:t>Playfoam is the next bet.</a:t>
            </a:r>
          </a:p>
        </p:txBody>
      </p:sp>
      <p:sp>
        <p:nvSpPr>
          <p:cNvPr id="12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3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and full shelves could cover over half of Colorbuds' lost profit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= +$5K a month ($20K to $25K)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Playfoam goes from $20K to about $25K profit a month, over half of what Colorbuds lost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