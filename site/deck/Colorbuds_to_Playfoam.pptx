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month, which lifts Playfoam from about $20K to about $25K a month, more than half of the $44K a month Colorbuds has lost.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and full shelves could cover over half of Colorbuds' lost profit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= +$5K a month ($20K to $25K)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Playfoam goes from $20K to about $25K profit a month, over half of what Colorbuds lost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