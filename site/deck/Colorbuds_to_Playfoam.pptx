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dPt>
            <c:idx val="0"/>
            <c:spPr>
              <a:solidFill>
                <a:srgbClr val="A5E3CC"/>
              </a:solidFill>
            </c:spPr>
          </c:dPt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6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500">
                <a:solidFill>
                  <a:srgbClr val="5B64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a Colorbuds refresh: the options to try are new colors, a bundle with Gamer Headphones, or a better shelf spot,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$20K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At its September pace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launched in mid-August and is already a </a:t>
            </a:r>
            <a:r>
              <a:rPr sz="2000" b="1">
                <a:solidFill>
                  <a:srgbClr val="1B2733"/>
                </a:solidFill>
                <a:latin typeface="Calibri"/>
              </a:rPr>
              <a:t>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Playfoam's September pace is </a:t>
            </a:r>
            <a:r>
              <a:rPr sz="2000" b="1">
                <a:solidFill>
                  <a:srgbClr val="1B2733"/>
                </a:solidFill>
                <a:latin typeface="Calibri"/>
              </a:rPr>
              <a:t>nearly half</a:t>
            </a:r>
            <a:r>
              <a:rPr sz="2000" b="0">
                <a:solidFill>
                  <a:srgbClr val="1B2733"/>
                </a:solidFill>
                <a:latin typeface="Calibri"/>
              </a:rPr>
              <a:t>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UNITS SOLD PER MONTH</a:t>
            </a:r>
          </a:p>
        </p:txBody>
      </p:sp>
      <p:graphicFrame>
        <p:nvGraphicFramePr>
          <p:cNvPr id="6" name="Playfoam monthly units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Launched Aug 17 and already a </a:t>
            </a:r>
            <a:r>
              <a:rPr sz="1800" b="1">
                <a:solidFill>
                  <a:srgbClr val="1B2733"/>
                </a:solidFill>
                <a:latin typeface="Calibri"/>
              </a:rPr>
              <a:t>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a Colorbuds refresh,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600" b="1">
                <a:solidFill>
                  <a:srgbClr val="1B2733"/>
                </a:solidFill>
                <a:latin typeface="Calibri"/>
              </a:rPr>
              <a:t>13 empty stores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Check weekly; worth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a Colorbuds refresh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Try </a:t>
            </a:r>
            <a:r>
              <a:rPr sz="1600" b="1">
                <a:solidFill>
                  <a:srgbClr val="1B2733"/>
                </a:solidFill>
                <a:latin typeface="Calibri"/>
              </a:rPr>
              <a:t>new colors, a bundle with Gamer Headphones</a:t>
            </a:r>
            <a:r>
              <a:rPr sz="1600" b="0">
                <a:solidFill>
                  <a:srgbClr val="1B2733"/>
                </a:solidFill>
                <a:latin typeface="Calibri"/>
              </a:rPr>
              <a:t>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10 test stores</a:t>
            </a:r>
            <a:r>
              <a:rPr sz="1600" b="0">
                <a:solidFill>
                  <a:srgbClr val="1B2733"/>
                </a:solidFill>
                <a:latin typeface="Calibri"/>
              </a:rPr>
              <a:t> vs 10 similar; up to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$11K a month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Scale what works</a:t>
            </a:r>
            <a:r>
              <a:rPr sz="1600" b="0">
                <a:solidFill>
                  <a:srgbClr val="1B2733"/>
                </a:solidFill>
                <a:latin typeface="Calibri"/>
              </a:rPr>
              <a:t>, stop what doesn't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600" b="1">
                <a:solidFill>
                  <a:srgbClr val="1B2733"/>
                </a:solidFill>
                <a:latin typeface="Calibri"/>
              </a:rPr>
              <a:t>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